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3A26C-EBDE-4493-90DD-EFC6B7B65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96F574-7BAC-497C-942A-2405E6617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866169-9D46-4ADF-AF40-73A23F4AA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56287-3EA1-4BC9-8971-B106DE30818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44B4F9-BEA9-4FCB-A841-2AD801E21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9322C7-55BA-4C0B-B23D-5C812A58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BA0-D6A9-4D3B-819D-86B468E431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724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C27D79-05A5-4F72-ABF5-442BF0687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5CEA79-A72B-4AA2-A408-776F8C7F4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9B72E3-87F0-4440-9E21-F99CD0F3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56287-3EA1-4BC9-8971-B106DE30818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A51D1B-E36B-4216-A489-535FD6E2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05BA80-B190-484F-9DA2-A7AD04886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BA0-D6A9-4D3B-819D-86B468E431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91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CB352-82D3-48E0-BC7F-AF583C03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E66826-A2A5-4DC2-9094-1C762C85F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D4C0D1-C6B7-42D5-8AC2-BFEBEE5F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56287-3EA1-4BC9-8971-B106DE30818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963C62-FE4D-46E8-AD9F-30356E188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973C1E-5C44-4D7A-B9D7-9C5D44117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BA0-D6A9-4D3B-819D-86B468E431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7372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4585C-43BD-4D66-950C-183669C1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BD15C8-A141-4292-9DF0-DDB1F339B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02E5B8-C7B3-464D-AFDC-11E74EC18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9F0FCE-4E7F-4E72-AA34-E520534E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56287-3EA1-4BC9-8971-B106DE30818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47AF48-D1A4-4232-BD25-DA8270FB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45D162-FC46-4012-B696-2257138D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BA0-D6A9-4D3B-819D-86B468E431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866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3C353-EC93-451E-94C1-AD8626CD1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D96710-FE3F-4BEF-BD3A-35659CF1D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19CDCF-5BB6-423B-8F65-C14D5F0FC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DF8234F-21F5-4DBC-A699-41B28A693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8130FDA-C176-4D3E-AD32-39223734E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8537C9C-EE8D-42DE-AF6F-74D85554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56287-3EA1-4BC9-8971-B106DE30818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DBF6BE1-CA20-4DB7-AE98-73CFC6EFD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53C55B-E175-4FEF-BEFC-5FAF1B2C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BA0-D6A9-4D3B-819D-86B468E431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421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27AFA-9814-4A13-BBEC-95B7DA489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8B0367-97F0-46CA-AEAB-67BEA5991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56287-3EA1-4BC9-8971-B106DE30818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86AC93-B9FD-4BDD-8C0F-50C632B2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12E8A0-C828-4AF1-8468-6CF62EC84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BA0-D6A9-4D3B-819D-86B468E431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469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C89A7B1-75E9-4F7A-9D33-1B03F2A2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56287-3EA1-4BC9-8971-B106DE30818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FEE6F8-456B-4315-A044-C1BCA3585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EC77A4-3087-4B87-962D-4787BC450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BA0-D6A9-4D3B-819D-86B468E431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54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BD41B-EE8B-4174-B3C2-44288496A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42B90-2DEF-4BF9-95CA-CC98AADF4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6C6E49A-B306-4857-8E94-5FBC2C945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7BA548-FF8C-4880-B5B7-8BFF0A095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56287-3EA1-4BC9-8971-B106DE30818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A90F0F-D09E-4DAA-BE01-58B4EC11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B230C8-54FC-49E5-85C6-9B089717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BA0-D6A9-4D3B-819D-86B468E431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7033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062E2-2231-4CBF-8856-D13CC925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8CF1E47-8BCD-46C8-8CC2-6E3CF7BC1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89FC17D-8D36-4335-B8F4-43EA810D6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1CF715-086A-4571-8070-FF0B6B21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56287-3EA1-4BC9-8971-B106DE30818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0D30D7-C5D3-4BC3-A148-0429238D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93ABE1-27CC-4D0C-90D5-1D1C88A5D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BA0-D6A9-4D3B-819D-86B468E431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01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34DB6-8ABB-45CE-BAA1-9F619C87A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9FC80CD-1569-41C2-9CD6-EE4861BF0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D5F879-4234-4791-AEAB-9308B4FFE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56287-3EA1-4BC9-8971-B106DE30818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5A28EC-DA3E-4344-9349-AF8D999C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A1E5C3-A71B-4F46-9ED8-FC3A518D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BA0-D6A9-4D3B-819D-86B468E431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375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9633D1-3605-4DB1-A716-0F9DC27F7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459EE6-07A3-45B5-B0E2-397129A01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8815CC-D3B2-43B1-A2A2-9E8DB5AB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56287-3EA1-4BC9-8971-B106DE30818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7EFCD5-F276-4C3E-8AAA-DCB51AA5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21E211-9933-403A-B5D5-BC3B02F0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5BA0-D6A9-4D3B-819D-86B468E431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25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7089E8F-AD8A-45F2-A7F0-3BEDAD60F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183A7F-C889-42A6-B327-EE37FD4C9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76AE56-0F8B-4457-8A0C-960A3B795A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56287-3EA1-4BC9-8971-B106DE30818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EEA18-BA47-4091-8A59-9B8C7546B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FE5EF0-D8A6-408E-891A-2C01D0421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45BA0-D6A9-4D3B-819D-86B468E431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788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Logos Download | Assembleia de Deus Canaã">
            <a:extLst>
              <a:ext uri="{FF2B5EF4-FFF2-40B4-BE49-F238E27FC236}">
                <a16:creationId xmlns:a16="http://schemas.microsoft.com/office/drawing/2014/main" id="{FF58DC4A-76BF-430A-B880-3841F6174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95250"/>
            <a:ext cx="5791200" cy="666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7165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Aluno</dc:creator>
  <cp:lastModifiedBy>Aluno</cp:lastModifiedBy>
  <cp:revision>1</cp:revision>
  <dcterms:created xsi:type="dcterms:W3CDTF">2025-09-29T22:49:59Z</dcterms:created>
  <dcterms:modified xsi:type="dcterms:W3CDTF">2025-09-29T22:50:41Z</dcterms:modified>
</cp:coreProperties>
</file>